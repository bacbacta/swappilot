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37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379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app-swappilot.xyz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swappilot-api.fly.dev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0080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/documentation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8116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/documentation/json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400800" y="4297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434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3796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/v1/quotes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144000" y="4297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81160" y="4434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28116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/v1/build-tx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371600" y="2286000"/>
            <a:ext cx="2560320" cy="2560320"/>
          </a:xfrm>
          <a:prstGeom prst="ellipse">
            <a:avLst/>
          </a:prstGeom>
          <a:solidFill>
            <a:srgbClr val="B6FF6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83664" y="2798064"/>
            <a:ext cx="1536192" cy="1536192"/>
          </a:xfrm>
          <a:prstGeom prst="ellipse">
            <a:avLst/>
          </a:prstGeom>
          <a:solidFill>
            <a:srgbClr val="0708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1821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371600" y="369417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A0A0"/>
                </a:solidFill>
              </a:rPr>
              <a:t>PILOT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5120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B6FF6A"/>
          </a:solidFill>
          <a:ln/>
        </p:spPr>
      </p:sp>
      <p:sp>
        <p:nvSpPr>
          <p:cNvPr id="16" name="Text 14"/>
          <p:cNvSpPr/>
          <p:nvPr/>
        </p:nvSpPr>
        <p:spPr>
          <a:xfrm>
            <a:off x="6473952" y="1554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38160" y="15544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2402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8FCC55"/>
          </a:solidFill>
          <a:ln/>
        </p:spPr>
      </p:sp>
      <p:sp>
        <p:nvSpPr>
          <p:cNvPr id="19" name="Text 17"/>
          <p:cNvSpPr/>
          <p:nvPr/>
        </p:nvSpPr>
        <p:spPr>
          <a:xfrm>
            <a:off x="6473952" y="21945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38160" y="21945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880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DD3FC"/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2834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38160" y="28346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AFDC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3474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38160" y="3474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38160" y="41148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8006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4A4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4754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138160" y="47548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53949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38160" y="53949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1,000,000,000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$0.0057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$5.7M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$966K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Disclaimer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2976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4348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7548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268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2026-01-11T19:52:04Z</dcterms:created>
  <dcterms:modified xsi:type="dcterms:W3CDTF">2026-01-11T19:52:04Z</dcterms:modified>
</cp:coreProperties>
</file>