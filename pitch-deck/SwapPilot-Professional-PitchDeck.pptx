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6FF6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FCC55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7DD3FC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5AAFDC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5A5A5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4A4A4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3A3A3A"/>
              </a:solidFill>
              <a:ln w="12700" cap="flat">
                <a:solidFill>
                  <a:srgbClr val="07080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Public Sale</c:v>
                </c:pt>
                <c:pt idx="1">
                  <c:v>Treasury</c:v>
                </c:pt>
                <c:pt idx="2">
                  <c:v>CEX &amp; Marketing</c:v>
                </c:pt>
                <c:pt idx="3">
                  <c:v>Liquidity</c:v>
                </c:pt>
                <c:pt idx="4">
                  <c:v>Team</c:v>
                </c:pt>
                <c:pt idx="5">
                  <c:v>Advisors</c:v>
                </c:pt>
                <c:pt idx="6">
                  <c:v>Referral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35</c:v>
                </c:pt>
                <c:pt idx="1">
                  <c:v>20</c:v>
                </c:pt>
                <c:pt idx="2">
                  <c:v>12</c:v>
                </c:pt>
                <c:pt idx="3">
                  <c:v>12</c:v>
                </c:pt>
                <c:pt idx="4">
                  <c:v>11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firstSliceAng val="0"/>
        <c:holeSize val="65"/>
      </c:doughnutChart>
      <c:spPr>
        <a:solidFill>
          <a:srgbClr val="07080B"/>
        </a:solidFill>
        <a:ln>
          <a:noFill/>
        </a:ln>
        <a:effectLst/>
      </c:spPr>
    </c:plotArea>
    <c:plotVisOnly val="1"/>
    <c:dispBlanksAs val="span"/>
  </c:chart>
  <c:spPr>
    <a:solidFill>
      <a:srgbClr val="07080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8076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app-swappilot.xyz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961120" y="118872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3258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55448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swappilot-api.fly.dev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94360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61120" y="283464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98280" y="297180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98280" y="320040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/documentation/json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94360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8076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/v1/quotes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961120" y="4480560"/>
            <a:ext cx="283464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6177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098280" y="4846320"/>
            <a:ext cx="25603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/v1/build-tx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1828800"/>
          <a:ext cx="4114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3832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1B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457200" y="3886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0A0A0"/>
                </a:solidFill>
              </a:rPr>
              <a:t>PILOT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74320" y="6035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5" name="Text 12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1" name="Text 18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4" name="Text 21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7" name="Text 24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0" name="Text 27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3" name="Text 30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1,000,000,000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$0.0057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$5.7M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$966K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429768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44348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475488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118872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0" y="1325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0" y="16459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78240" y="2743200"/>
            <a:ext cx="265176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0" y="2880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61120" y="32004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2026-01-11T20:33:19Z</dcterms:created>
  <dcterms:modified xsi:type="dcterms:W3CDTF">2026-01-11T20:33:19Z</dcterms:modified>
</cp:coreProperties>
</file>